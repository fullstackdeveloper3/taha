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FireTodo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Porting a SwiftUI / Firebase / Redux app to Flutter</a:t>
            </a:r>
            <a:br/>
            <a:br/>
            <a:r>
              <a:rPr/>
              <a:t>Engineering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FireTodo?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Simple per-user todo application</a:t>
            </a:r>
          </a:p>
          <a:p>
            <a:pPr lvl="0"/>
            <a:r>
              <a:rPr/>
              <a:t>Originally released in 2019 as a SwiftUI + Firebase + Redux sample</a:t>
            </a:r>
          </a:p>
          <a:p>
            <a:pPr lvl="0"/>
            <a:r>
              <a:rPr/>
              <a:t>Features: anonymous sign-up, live task list, edit / toggle / delete, four color accents, profile + sign out</a:t>
            </a:r>
          </a:p>
          <a:p>
            <a:pPr lvl="0"/>
            <a:r>
              <a:rPr/>
              <a:t>This project: </a:t>
            </a:r>
            <a:r>
              <a:rPr b="1"/>
              <a:t>port it to Flutter, targeting Android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port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Original only runs on iOS, needs macOS + Xcode to build</a:t>
            </a:r>
          </a:p>
          <a:p>
            <a:pPr lvl="0"/>
            <a:r>
              <a:rPr/>
              <a:t>Dependencies six years out of date (Firebase 6.9, Xcode 11, Swift 5.1)</a:t>
            </a:r>
          </a:p>
          <a:p>
            <a:pPr lvl="0"/>
            <a:r>
              <a:rPr/>
              <a:t>Flutter gives: one codebase, any desktop build host, modern SDKs</a:t>
            </a:r>
          </a:p>
          <a:p>
            <a:pPr lvl="0"/>
            <a:r>
              <a:rPr/>
              <a:t>Good test case for Redux architecture portability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Preserve the Redux architecture and feature slices</a:t>
            </a:r>
          </a:p>
          <a:p>
            <a:pPr lvl="0"/>
            <a:r>
              <a:rPr/>
              <a:t>Preserve the Firestore data model (same backend serves both apps)</a:t>
            </a:r>
          </a:p>
          <a:p>
            <a:pPr lvl="0"/>
            <a:r>
              <a:rPr/>
              <a:t>Produce a debug-installable Android APK from Linux</a:t>
            </a:r>
          </a:p>
          <a:p>
            <a:pPr lvl="0"/>
            <a:r>
              <a:rPr/>
              <a:t>Pass </a:t>
            </a:r>
            <a:r>
              <a:rPr>
                <a:latin typeface="Courier"/>
              </a:rPr>
              <a:t>flutter analyze</a:t>
            </a:r>
            <a:r>
              <a:rPr/>
              <a:t> with zero issues</a:t>
            </a:r>
          </a:p>
          <a:p>
            <a:pPr lvl="0"/>
            <a:r>
              <a:rPr/>
              <a:t>Keep UI behaviour close to the original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Technology Stack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Dart 3.11</a:t>
            </a:r>
            <a:r>
              <a:rPr/>
              <a:t> — all application code</a:t>
            </a:r>
          </a:p>
          <a:p>
            <a:pPr lvl="0"/>
            <a:r>
              <a:rPr b="1"/>
              <a:t>Kotlin 2.2</a:t>
            </a:r>
            <a:r>
              <a:rPr/>
              <a:t> — Android host + Gradle scripts</a:t>
            </a:r>
          </a:p>
          <a:p>
            <a:pPr lvl="0"/>
            <a:r>
              <a:rPr b="1"/>
              <a:t>YAML / JSON</a:t>
            </a:r>
            <a:r>
              <a:rPr/>
              <a:t> — config (</a:t>
            </a:r>
            <a:r>
              <a:rPr>
                <a:latin typeface="Courier"/>
              </a:rPr>
              <a:t>pubspec.yaml</a:t>
            </a:r>
            <a:r>
              <a:rPr/>
              <a:t>, </a:t>
            </a:r>
            <a:r>
              <a:rPr>
                <a:latin typeface="Courier"/>
              </a:rPr>
              <a:t>google-services.json</a:t>
            </a:r>
            <a:r>
              <a:rPr/>
              <a:t>)</a:t>
            </a:r>
          </a:p>
          <a:p>
            <a:pPr lvl="0"/>
            <a:r>
              <a:rPr/>
              <a:t>Original used </a:t>
            </a:r>
            <a:r>
              <a:rPr b="1"/>
              <a:t>Swift 5.1</a:t>
            </a:r>
            <a:r>
              <a:rPr/>
              <a:t> + </a:t>
            </a:r>
            <a:r>
              <a:rPr b="1"/>
              <a:t>Ruby</a:t>
            </a:r>
            <a:r>
              <a:rPr/>
              <a:t> (CocoaPods)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packages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toolkit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Flutter SDK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3.41.2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Redux 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redux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Redux binding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flutter_redux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Async thunks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redux_thunk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Firebase bootstrap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firebase_core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3.15.2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firebase_auth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cloud_firestore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5.6.12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Android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applicationId</a:t>
            </a:r>
            <a:r>
              <a:rPr/>
              <a:t> = </a:t>
            </a:r>
            <a:r>
              <a:rPr>
                <a:latin typeface="Courier"/>
              </a:rPr>
              <a:t>com.example.fire_todo</a:t>
            </a:r>
          </a:p>
          <a:p>
            <a:pPr lvl="0"/>
            <a:r>
              <a:rPr>
                <a:latin typeface="Courier"/>
              </a:rPr>
              <a:t>minSdk</a:t>
            </a:r>
            <a:r>
              <a:rPr/>
              <a:t> = 23 (required by </a:t>
            </a:r>
            <a:r>
              <a:rPr>
                <a:latin typeface="Courier"/>
              </a:rPr>
              <a:t>firebase_auth</a:t>
            </a:r>
            <a:r>
              <a:rPr/>
              <a:t> 5.x)</a:t>
            </a:r>
          </a:p>
          <a:p>
            <a:pPr lvl="0"/>
            <a:r>
              <a:rPr>
                <a:latin typeface="Courier"/>
              </a:rPr>
              <a:t>targetSdk</a:t>
            </a:r>
            <a:r>
              <a:rPr/>
              <a:t> / </a:t>
            </a:r>
            <a:r>
              <a:rPr>
                <a:latin typeface="Courier"/>
              </a:rPr>
              <a:t>compileSdk</a:t>
            </a:r>
            <a:r>
              <a:rPr/>
              <a:t> = 34</a:t>
            </a:r>
          </a:p>
          <a:p>
            <a:pPr lvl="0"/>
            <a:r>
              <a:rPr/>
              <a:t>Java + Kotlin JVM target = 17</a:t>
            </a:r>
          </a:p>
          <a:p>
            <a:pPr lvl="0"/>
            <a:r>
              <a:rPr/>
              <a:t>Gradle 8.14.3 (upgraded from 2.14.1 template default)</a:t>
            </a:r>
          </a:p>
          <a:p>
            <a:pPr lvl="0"/>
            <a:r>
              <a:rPr/>
              <a:t>Google Services Gradle plugin 4.4.2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Redux, in one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 → View dispatches ThunkAction
        │
        ▼
   thunkMiddleware runs async work
        │
        ▼
   Plain Actions → appReducer
        │
        ▼
   New AppState → StoreConnector rebuilds View</a:t>
            </a:r>
          </a:p>
          <a:p>
            <a:pPr lvl="0"/>
            <a:r>
              <a:rPr/>
              <a:t>Single immutable tree</a:t>
            </a:r>
          </a:p>
          <a:p>
            <a:pPr lvl="0"/>
            <a:r>
              <a:rPr/>
              <a:t>Widgets read state, never mutate it</a:t>
            </a:r>
          </a:p>
          <a:p>
            <a:pPr lvl="0"/>
            <a:r>
              <a:rPr/>
              <a:t>Async isolated in thunks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feature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AppState
├── AuthState      user, auth listener, loading flag
├── SignUpState    request flag, error
├── TasksState     tasks list, Firestore listener
└── EditTaskState  request flag, saved flag</a:t>
            </a:r>
          </a:p>
          <a:p>
            <a:pPr lvl="0"/>
            <a:r>
              <a:rPr/>
              <a:t>One-to-one mapping with the Swift original</a:t>
            </a:r>
          </a:p>
          <a:p>
            <a:pPr lvl="0"/>
            <a:r>
              <a:rPr/>
              <a:t>Each slice: </a:t>
            </a:r>
            <a:r>
              <a:rPr>
                <a:latin typeface="Courier"/>
              </a:rPr>
              <a:t>State</a:t>
            </a:r>
            <a:r>
              <a:rPr/>
              <a:t>, </a:t>
            </a:r>
            <a:r>
              <a:rPr>
                <a:latin typeface="Courier"/>
              </a:rPr>
              <a:t>Actions</a:t>
            </a:r>
            <a:r>
              <a:rPr/>
              <a:t>, </a:t>
            </a:r>
            <a:r>
              <a:rPr>
                <a:latin typeface="Courier"/>
              </a:rPr>
              <a:t>Reducer</a:t>
            </a:r>
            <a:r>
              <a:rPr/>
              <a:t> files</a:t>
            </a:r>
          </a:p>
          <a:p>
            <a:pPr lvl="0"/>
            <a:r>
              <a:rPr/>
              <a:t>Adding a feature = adding a slice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Side effects (thunks)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Auth</a:t>
            </a:r>
            <a:r>
              <a:rPr/>
              <a:t> — </a:t>
            </a:r>
            <a:r>
              <a:rPr>
                <a:latin typeface="Courier"/>
              </a:rPr>
              <a:t>subscribeAuth</a:t>
            </a:r>
            <a:r>
              <a:rPr/>
              <a:t>, </a:t>
            </a:r>
            <a:r>
              <a:rPr>
                <a:latin typeface="Courier"/>
              </a:rPr>
              <a:t>unsubscribeAuth</a:t>
            </a:r>
            <a:r>
              <a:rPr/>
              <a:t>, </a:t>
            </a:r>
            <a:r>
              <a:rPr>
                <a:latin typeface="Courier"/>
              </a:rPr>
              <a:t>fetchUser</a:t>
            </a:r>
            <a:r>
              <a:rPr/>
              <a:t>, </a:t>
            </a:r>
            <a:r>
              <a:rPr>
                <a:latin typeface="Courier"/>
              </a:rPr>
              <a:t>signOut</a:t>
            </a:r>
          </a:p>
          <a:p>
            <a:pPr lvl="0"/>
            <a:r>
              <a:rPr b="1"/>
              <a:t>SignUp</a:t>
            </a:r>
            <a:r>
              <a:rPr/>
              <a:t> — </a:t>
            </a:r>
            <a:r>
              <a:rPr>
                <a:latin typeface="Courier"/>
              </a:rPr>
              <a:t>signUp(name)</a:t>
            </a:r>
          </a:p>
          <a:p>
            <a:pPr lvl="0"/>
            <a:r>
              <a:rPr b="1"/>
              <a:t>Tasks</a:t>
            </a:r>
            <a:r>
              <a:rPr/>
              <a:t> — </a:t>
            </a:r>
            <a:r>
              <a:rPr>
                <a:latin typeface="Courier"/>
              </a:rPr>
              <a:t>subscribeTasks(uid)</a:t>
            </a:r>
            <a:r>
              <a:rPr/>
              <a:t>, </a:t>
            </a:r>
            <a:r>
              <a:rPr>
                <a:latin typeface="Courier"/>
              </a:rPr>
              <a:t>unsubscribeTasks</a:t>
            </a:r>
            <a:r>
              <a:rPr/>
              <a:t>, </a:t>
            </a:r>
            <a:r>
              <a:rPr>
                <a:latin typeface="Courier"/>
              </a:rPr>
              <a:t>deleteTask</a:t>
            </a:r>
            <a:r>
              <a:rPr/>
              <a:t>, </a:t>
            </a:r>
            <a:r>
              <a:rPr>
                <a:latin typeface="Courier"/>
              </a:rPr>
              <a:t>toggleTaskCompleted</a:t>
            </a:r>
          </a:p>
          <a:p>
            <a:pPr lvl="0"/>
            <a:r>
              <a:rPr b="1"/>
              <a:t>EditTask</a:t>
            </a:r>
            <a:r>
              <a:rPr/>
              <a:t> — </a:t>
            </a:r>
            <a:r>
              <a:rPr>
                <a:latin typeface="Courier"/>
              </a:rPr>
              <a:t>saveTask(uid, task)</a:t>
            </a:r>
            <a:r>
              <a:rPr/>
              <a:t>, </a:t>
            </a:r>
            <a:r>
              <a:rPr>
                <a:latin typeface="Courier"/>
              </a:rPr>
              <a:t>updateTask(task)</a:t>
            </a:r>
          </a:p>
          <a:p>
            <a:pPr lvl="0"/>
            <a:r>
              <a:rPr/>
              <a:t>Custom </a:t>
            </a:r>
            <a:r>
              <a:rPr>
                <a:latin typeface="Courier"/>
              </a:rPr>
              <a:t>LoggingMiddleware</a:t>
            </a:r>
            <a:r>
              <a:rPr/>
              <a:t> prints every action for audit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View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ContentView</a:t>
            </a:r>
            <a:r>
              <a:rPr/>
              <a:t> — routes: splash / sign-up / tasks</a:t>
            </a:r>
          </a:p>
          <a:p>
            <a:pPr lvl="0"/>
            <a:r>
              <a:rPr b="1"/>
              <a:t>SignUpView</a:t>
            </a:r>
            <a:r>
              <a:rPr/>
              <a:t> — username entry (3–16 chars)</a:t>
            </a:r>
          </a:p>
          <a:p>
            <a:pPr lvl="0"/>
            <a:r>
              <a:rPr b="1"/>
              <a:t>TasksView</a:t>
            </a:r>
            <a:r>
              <a:rPr/>
              <a:t> — list, hide-completed toggle, FAB, long-press menu</a:t>
            </a:r>
          </a:p>
          <a:p>
            <a:pPr lvl="0"/>
            <a:r>
              <a:rPr b="1"/>
              <a:t>TasksRow</a:t>
            </a:r>
            <a:r>
              <a:rPr/>
              <a:t> — one colored card</a:t>
            </a:r>
          </a:p>
          <a:p>
            <a:pPr lvl="0"/>
            <a:r>
              <a:rPr b="1"/>
              <a:t>EditTaskView</a:t>
            </a:r>
            <a:r>
              <a:rPr/>
              <a:t> — shared create / edit form + color picker</a:t>
            </a:r>
          </a:p>
          <a:p>
            <a:pPr lvl="0"/>
            <a:r>
              <a:rPr b="1"/>
              <a:t>ProfileView</a:t>
            </a:r>
            <a:r>
              <a:rPr/>
              <a:t> — username + sign out</a:t>
            </a:r>
          </a:p>
          <a:p>
            <a:pPr lvl="0"/>
            <a:r>
              <a:rPr/>
              <a:t>Helpers: </a:t>
            </a:r>
            <a:r>
              <a:rPr>
                <a:latin typeface="Courier"/>
              </a:rPr>
              <a:t>LoadingView</a:t>
            </a:r>
            <a:r>
              <a:rPr/>
              <a:t>, </a:t>
            </a:r>
            <a:r>
              <a:rPr>
                <a:latin typeface="Courier"/>
              </a:rPr>
              <a:t>RightDownFloatButton</a:t>
            </a:r>
            <a:r>
              <a:rPr/>
              <a:t>, </a:t>
            </a:r>
            <a:r>
              <a:rPr>
                <a:latin typeface="Courier"/>
              </a:rPr>
              <a:t>ColorSelectView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Firebase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Project ID:</a:t>
            </a:r>
            <a:r>
              <a:rPr/>
              <a:t> </a:t>
            </a:r>
            <a:r>
              <a:rPr>
                <a:latin typeface="Courier"/>
              </a:rPr>
              <a:t>taha-c97e3</a:t>
            </a:r>
          </a:p>
          <a:p>
            <a:pPr lvl="0"/>
            <a:r>
              <a:rPr b="1"/>
              <a:t>Package:</a:t>
            </a:r>
            <a:r>
              <a:rPr/>
              <a:t> </a:t>
            </a:r>
            <a:r>
              <a:rPr>
                <a:latin typeface="Courier"/>
              </a:rPr>
              <a:t>com.example.fire_todo</a:t>
            </a:r>
          </a:p>
          <a:p>
            <a:pPr lvl="0"/>
            <a:r>
              <a:rPr b="1"/>
              <a:t>Config file:</a:t>
            </a:r>
            <a:r>
              <a:rPr/>
              <a:t> </a:t>
            </a:r>
            <a:r>
              <a:rPr>
                <a:latin typeface="Courier"/>
              </a:rPr>
              <a:t>android/app/google-services.json</a:t>
            </a:r>
          </a:p>
          <a:p>
            <a:pPr lvl="0"/>
            <a:r>
              <a:rPr b="1"/>
              <a:t>Authentication:</a:t>
            </a:r>
            <a:r>
              <a:rPr/>
              <a:t> Anonymous sign-in enabled</a:t>
            </a:r>
          </a:p>
          <a:p>
            <a:pPr lvl="0"/>
            <a:r>
              <a:rPr b="1"/>
              <a:t>Database:</a:t>
            </a:r>
            <a:r>
              <a:rPr/>
              <a:t> Cloud Firestore (native mode, test-mode rules)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Firebase.initializeApp()</a:t>
            </a:r>
            <a:r>
              <a:rPr/>
              <a:t> auto-reads the Android resources generated from </a:t>
            </a:r>
            <a:r>
              <a:rPr>
                <a:latin typeface="Courier"/>
              </a:rPr>
              <a:t>google-services.json</a:t>
            </a:r>
            <a:r>
              <a:rPr/>
              <a:t> — no Dart-side options file needed.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users/{userId}
  username, createTime, updateTime
users/{userId}/tasks/{taskId}
  title, desc, completed,
  color: red | blue | green | gray,
  createTime, updateTime</a:t>
            </a:r>
          </a:p>
          <a:p>
            <a:pPr lvl="0"/>
            <a:r>
              <a:rPr/>
              <a:t>Task listener: </a:t>
            </a:r>
            <a:r>
              <a:rPr>
                <a:latin typeface="Courier"/>
              </a:rPr>
              <a:t>orderBy('updateTime' desc).limit(30)</a:t>
            </a:r>
          </a:p>
          <a:p>
            <a:pPr lvl="0"/>
            <a:r>
              <a:rPr/>
              <a:t>Live updates across devices via </a:t>
            </a:r>
            <a:r>
              <a:rPr>
                <a:latin typeface="Courier"/>
              </a:rPr>
              <a:t>snapshots()</a:t>
            </a:r>
            <a:r>
              <a:rPr/>
              <a:t> stream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— known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Currently </a:t>
            </a:r>
            <a:r>
              <a:rPr b="1"/>
              <a:t>test-mode rules</a:t>
            </a:r>
            <a:r>
              <a:rPr/>
              <a:t> (open to anyone)</a:t>
            </a:r>
          </a:p>
          <a:p>
            <a:pPr lvl="0"/>
            <a:r>
              <a:rPr/>
              <a:t>Must be tightened before any real use:</a:t>
            </a:r>
          </a:p>
          <a:p>
            <a:pPr lvl="0" indent="0">
              <a:buNone/>
            </a:pPr>
            <a:r>
              <a:rPr>
                <a:latin typeface="Courier"/>
              </a:rPr>
              <a:t>match /users/{uid} {
  allow read, write: if request.auth.uid == uid;
  match /tasks/{t} {
    allow read, write: if request.auth.uid == uid;
  }
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&amp; Deployment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Arch Linux, kernel 6.18</a:t>
            </a:r>
          </a:p>
          <a:p>
            <a:pPr lvl="0"/>
            <a:r>
              <a:rPr/>
              <a:t>Flutter 3.41.2 / Dart 3.11.3</a:t>
            </a:r>
          </a:p>
          <a:p>
            <a:pPr lvl="0"/>
            <a:r>
              <a:rPr/>
              <a:t>Android SDK 36.1.0</a:t>
            </a:r>
          </a:p>
          <a:p>
            <a:pPr lvl="0"/>
            <a:r>
              <a:rPr/>
              <a:t>OpenJDK 17.0.18</a:t>
            </a:r>
          </a:p>
          <a:p>
            <a:pPr lvl="0"/>
            <a:r>
              <a:rPr/>
              <a:t>Gradle 8.14.3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flutter pub get
flutter analyze                       # No issues found
flutter build apk --debug
adb install -r build/app/outputs/flutter-apk/app-debug.apk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Static analysis: </a:t>
            </a:r>
            <a:r>
              <a:rPr b="1"/>
              <a:t>zero issues</a:t>
            </a:r>
          </a:p>
          <a:p>
            <a:pPr lvl="0"/>
            <a:r>
              <a:rPr/>
              <a:t>First build: </a:t>
            </a:r>
            <a:r>
              <a:rPr b="1"/>
              <a:t>~10 minutes</a:t>
            </a:r>
            <a:r>
              <a:rPr/>
              <a:t> (cold Gradle + Firebase SDK)</a:t>
            </a:r>
          </a:p>
          <a:p>
            <a:pPr lvl="0"/>
            <a:r>
              <a:rPr/>
              <a:t>Incremental build: </a:t>
            </a:r>
            <a:r>
              <a:rPr b="1"/>
              <a:t>~30 seconds</a:t>
            </a:r>
          </a:p>
          <a:p>
            <a:pPr lvl="0"/>
            <a:r>
              <a:rPr/>
              <a:t>Debug APK: </a:t>
            </a:r>
            <a:r>
              <a:rPr b="1"/>
              <a:t>~150 MB</a:t>
            </a:r>
          </a:p>
          <a:p>
            <a:pPr lvl="0"/>
            <a:r>
              <a:rPr/>
              <a:t>Installed on: </a:t>
            </a:r>
            <a:r>
              <a:rPr b="1"/>
              <a:t>ALI NX1, Android 15 (API 35) — success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Swift → Dart translation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 mapping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Dart / Flutter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ReSwift.Store&lt;AppState&gt;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redux.Store&lt;AppState&gt;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StoreSubscriber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StoreConnector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Thunk&lt;AppState&gt;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ThunkAction&lt;AppState&gt;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@EnvironmentObject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StoreProvider.of(context)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Combine + </a:t>
                      </a:r>
                      <a:r>
                        <a:rPr>
                          <a:latin typeface="Courier"/>
                        </a:rPr>
                        <a:t>AnyCancellable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Stream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StreamSubscription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FireSnapshot.Snapshot&lt;T&gt;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Hand-written </a:t>
                      </a:r>
                      <a:r>
                        <a:rPr>
                          <a:latin typeface="Courier"/>
                        </a:rPr>
                        <a:t>fromSnapshot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toMap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 mapping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Dart / Flutter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SwiftUI </a:t>
                      </a:r>
                      <a:r>
                        <a:rPr>
                          <a:latin typeface="Courier"/>
                        </a:rPr>
                        <a:t>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StatelessWidget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StatefulWidget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iOS long-press menu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showModalBottomSheet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ActionSheet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Bottom sheet confirmation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NavigationView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Navigator.push(...)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SF Symbols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 </a:t>
                      </a:r>
                      <a:r>
                        <a:rPr>
                          <a:latin typeface="Courier"/>
                        </a:rPr>
                        <a:t>Icon(Icons.…)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SwiftUI </a:t>
                      </a:r>
                      <a:r>
                        <a:rPr>
                          <a:latin typeface="Courier"/>
                        </a:rPr>
                        <a:t>Toggle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 </a:t>
                      </a:r>
                      <a:r>
                        <a:rPr>
                          <a:latin typeface="Courier"/>
                        </a:rPr>
                        <a:t>Switch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Mapping is almost mechanical — only context-menu UX required a design decision.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missing (and why)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Open Firestore rules</a:t>
            </a:r>
            <a:r>
              <a:rPr/>
              <a:t> — still test-mode, must be restricted</a:t>
            </a:r>
          </a:p>
          <a:p>
            <a:pPr lvl="0"/>
            <a:r>
              <a:rPr b="1"/>
              <a:t>Listeners stored in Redux state</a:t>
            </a:r>
            <a:r>
              <a:rPr/>
              <a:t> — mirrors the Swift original, but breaks state serializability</a:t>
            </a:r>
          </a:p>
          <a:p>
            <a:pPr lvl="0"/>
            <a:r>
              <a:rPr b="1"/>
              <a:t>No error UI</a:t>
            </a:r>
            <a:r>
              <a:rPr/>
              <a:t> — errors captured in state but only </a:t>
            </a:r>
            <a:r>
              <a:rPr>
                <a:latin typeface="Courier"/>
              </a:rPr>
              <a:t>print</a:t>
            </a:r>
            <a:r>
              <a:rPr/>
              <a:t>ed</a:t>
            </a:r>
          </a:p>
          <a:p>
            <a:pPr lvl="0"/>
            <a:r>
              <a:rPr b="1"/>
              <a:t>No tests</a:t>
            </a:r>
            <a:r>
              <a:rPr/>
              <a:t> — reducer unit tests are highest-leverage next step</a:t>
            </a:r>
          </a:p>
          <a:p>
            <a:pPr lvl="0"/>
            <a:r>
              <a:rPr b="1"/>
              <a:t>Android only</a:t>
            </a:r>
            <a:r>
              <a:rPr/>
              <a:t> — iOS can be added with one </a:t>
            </a:r>
            <a:r>
              <a:rPr>
                <a:latin typeface="Courier"/>
              </a:rPr>
              <a:t>flutter create</a:t>
            </a:r>
            <a:r>
              <a:rPr/>
              <a:t> command</a:t>
            </a:r>
          </a:p>
          <a:p>
            <a:pPr lvl="0"/>
            <a:r>
              <a:rPr b="1"/>
              <a:t>Debug build only</a:t>
            </a:r>
            <a:r>
              <a:rPr/>
              <a:t> — no release signing, R8, or App Bundle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SwiftUI + ReSwift ports to Flutter with </a:t>
            </a:r>
            <a:r>
              <a:rPr b="1"/>
              <a:t>high architectural fidelity</a:t>
            </a:r>
          </a:p>
          <a:p>
            <a:pPr lvl="0"/>
            <a:r>
              <a:rPr/>
              <a:t>Every Swift slice has a structurally identical Dart slice</a:t>
            </a:r>
          </a:p>
          <a:p>
            <a:pPr lvl="0"/>
            <a:r>
              <a:rPr>
                <a:latin typeface="Courier"/>
              </a:rPr>
              <a:t>flutter_redux</a:t>
            </a:r>
            <a:r>
              <a:rPr/>
              <a:t> + </a:t>
            </a:r>
            <a:r>
              <a:rPr>
                <a:latin typeface="Courier"/>
              </a:rPr>
              <a:t>redux_thunk</a:t>
            </a:r>
            <a:r>
              <a:rPr/>
              <a:t> = a first-class Redux experience on Flutter</a:t>
            </a:r>
          </a:p>
          <a:p>
            <a:pPr lvl="0"/>
            <a:r>
              <a:rPr/>
              <a:t>Port gains: modern SDKs, any-OS build host, future multi-platform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 (priority order)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Apply restrictive Firestore security rules</a:t>
            </a:r>
          </a:p>
          <a:p>
            <a:pPr lvl="0" indent="-342900" marL="342900">
              <a:buAutoNum type="arabicPeriod"/>
            </a:pPr>
            <a:r>
              <a:rPr/>
              <a:t>Add reducer unit tests</a:t>
            </a:r>
          </a:p>
          <a:p>
            <a:pPr lvl="0" indent="-342900" marL="342900">
              <a:buAutoNum type="arabicPeriod"/>
            </a:pPr>
            <a:r>
              <a:rPr/>
              <a:t>Render user-facing error states</a:t>
            </a:r>
          </a:p>
          <a:p>
            <a:pPr lvl="0" indent="-342900" marL="342900">
              <a:buAutoNum type="arabicPeriod"/>
            </a:pPr>
            <a:r>
              <a:rPr/>
              <a:t>Prepare signed release build + App Bundle</a:t>
            </a:r>
          </a:p>
          <a:p>
            <a:pPr lvl="0" indent="-342900" marL="342900">
              <a:buAutoNum type="arabicPeriod"/>
            </a:pPr>
            <a:r>
              <a:rPr/>
              <a:t>Generate iOS + web targets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Repository:</a:t>
            </a:r>
          </a:p>
          <a:p>
            <a:pPr lvl="0"/>
            <a:r>
              <a:rPr/>
              <a:t>Flutter port: </a:t>
            </a:r>
            <a:r>
              <a:rPr>
                <a:latin typeface="Courier"/>
              </a:rPr>
              <a:t>/home/codeilium/tahah/fire_todo_flutter/</a:t>
            </a:r>
          </a:p>
          <a:p>
            <a:pPr lvl="0"/>
            <a:r>
              <a:rPr/>
              <a:t>Swift original: </a:t>
            </a:r>
            <a:r>
              <a:rPr>
                <a:latin typeface="Courier"/>
              </a:rPr>
              <a:t>/home/codeilium/tahah/FireTodo/</a:t>
            </a:r>
          </a:p>
          <a:p>
            <a:pPr lvl="0"/>
            <a:r>
              <a:rPr/>
              <a:t>Project reference doc: </a:t>
            </a:r>
            <a:r>
              <a:rPr>
                <a:latin typeface="Courier"/>
              </a:rPr>
              <a:t>PROJECT_OVERVIEW.md</a:t>
            </a:r>
          </a:p>
          <a:p>
            <a:pPr lvl="0"/>
            <a:r>
              <a:rPr/>
              <a:t>Report: </a:t>
            </a:r>
            <a:r>
              <a:rPr>
                <a:latin typeface="Courier"/>
              </a:rPr>
              <a:t>FireTodo_Report.odt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FireTodo</dc:title>
  <dc:creator>Engineering Team</dc:creator>
  <cp:keywords/>
  <dcterms:created xsi:type="dcterms:W3CDTF">2026-04-18T13:56:48Z</dcterms:created>
  <dcterms:modified xsi:type="dcterms:W3CDTF">2026-04-18T13:56:48Z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2026-04-18</vt:lpwstr>
  </property>
  <property fmtid="{D5CDD505-2E9C-101B-9397-08002B2CF9AE}" pid="3" name="subtitle">
    <vt:lpwstr>Porting a SwiftUI / Firebase / Redux app to Flutter</vt:lpwstr>
  </property>
</Properties>
</file>